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みちびき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事業計画書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 × 人材マッチング — PeopleXを超える成長戦略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 競合分析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直接競合の徹底分析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874520" cy="11887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23.7億円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資金調達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シードラウンド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74520" cy="11887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1億円+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月次売上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月次連結売上高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874520" cy="11887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創業1年強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371600"/>
            <a:ext cx="1874520" cy="11887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~70社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導入企業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AI面接プロダクト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17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CEO: 橘大地（元クラウドサイン事業責任者・弁護士ドットコム取締役）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創業: 2024年4月 / 目標: 3年で売上100億円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主要プロダクト: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AI面接 / AIロープレ / AI面談 / PeopleWork / PeopleAgent / PeopleConsulting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戦略: パートナービジネスで売上の50%を獲得、M&amp;Aによる事業拡大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PeopleXの収益モデル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606040" cy="54864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初期導入コンサル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導入時のみ発生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セットアップ・研修費用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09728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基本料金（年払い）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年間契約の固定費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金額は非公開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従量料金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面接件数に応じた課金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利用分だけ請求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公開されている料金プラン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プラン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無料プラン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月3件まで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アルバイト向け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500円/面接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10分以内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通常プラン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要問い合わせ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金額非公開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PeopleX割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2サービス目以降無償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初期費用・基本料金が0円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PeopleXの弱点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導きが攻めるべきポイント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AI評価がブラックボックス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評価根拠が不透明。候補者・企業双方から不信感。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料金が非公開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「要問い合わせ」で企業の不信感を生む。比較検討しづらい。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求職者メリットが薄い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企業向けツールに偏重。求職者側のメリットがほぼない。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導入企業は実質70社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グループ3,000社は含む数字。AI面接単体では普及途上。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冷たい印象問題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AI面接への心理的抵抗。特にシニア層や非IT職種で顕著。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片面プラットフォーム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企業にしか価値提供できず、ネットワーク効果が働かない。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 vs PeopleX 競争優位性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比較項目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導（みちびき）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PeopleX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求職者メリット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無料で面接練習 + 求人マッチング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なし（企業向けツール）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専門分野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33分野の専門面接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汎用的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技術テスト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選択5問+記述5問（動的生成）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面接のみ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スキル評価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4軸の透明な評価レポート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ブラックボックス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料金透明性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全プラン料金公開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要問い合わせ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ユーザー基盤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求職者+企業（両面）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企業のみ（片面）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コスト構造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少人数・低コスト運営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140名の人件費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最大の武器: 両面プラットフォーム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1371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 = 片面モデル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 → PeopleX → 候補者を評価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求職者にメリットなし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657600" cy="13716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導き = 両面プラットフォーム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 ←→ 導き ←→ 企業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双方にメリット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ネットワーク効果のフライホイール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291840"/>
            <a:ext cx="1280160" cy="12801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求職者が無料で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AI面接を受ける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566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200400" y="3291840"/>
            <a:ext cx="1280160" cy="12801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ユーザーデータ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が蓄積される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566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349240" y="3291840"/>
            <a:ext cx="1280160" cy="12801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企業にとっての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価値が上がる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566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98080" y="3291840"/>
            <a:ext cx="1280160" cy="12801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企業が課金する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Indeed、LinkedIn、Wantedlyと同じ構造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収益モデル（3段階）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697480" cy="6400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今すぐ・許可不要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242316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企業向けSaaS月額課金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5〜30万円/月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242316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初期導入コンサル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50万円/件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097280"/>
            <a:ext cx="269748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1463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許可取得後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920240"/>
            <a:ext cx="242316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成果報酬マッチング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年収の25%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（1件100〜200万円）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097280"/>
            <a:ext cx="269748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スケール期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1920240"/>
            <a:ext cx="242316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AI面接API提供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従量課金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291840"/>
            <a:ext cx="242316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求職者プレミアム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月額1,000〜3,000円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 — PeopleXより透明で安い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月5件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4173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PeopleXは3件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スターター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5万円/月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月30件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743200"/>
            <a:ext cx="14173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小規模企業向け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65960" cy="2926080"/>
          </a:xfrm>
          <a:prstGeom prst="rect">
            <a:avLst/>
          </a:prstGeom>
          <a:solidFill>
            <a:srgbClr val="4338C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097280"/>
            <a:ext cx="548640" cy="2286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15万円/月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月100件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743200"/>
            <a:ext cx="1417320" cy="0"/>
          </a:xfrm>
          <a:prstGeom prst="line">
            <a:avLst/>
          </a:prstGeom>
          <a:noFill/>
          <a:ln w="635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中小企業向け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058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エンタープライズ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30万円〜/月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2743200"/>
            <a:ext cx="14173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大手企業向け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全プラン共通: 初期導入費 50万円  |  候補者プール付き  |  33分野対応  |  透明な料金体系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今年度 利益1億円ロードマップ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863840" cy="7315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874520"/>
            <a:ext cx="502920" cy="5029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01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60320"/>
            <a:ext cx="192024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基盤構築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500万円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901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5603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256032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2,500万円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577840" y="18745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901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60320"/>
            <a:ext cx="192024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スケール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4,000万円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80960" y="18745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901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5603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256032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利益確定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40社+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5,200万円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286000" y="1005840"/>
            <a:ext cx="457200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0" y="1005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年間売上 1.22億円  /  利益 1億円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PeopleXに勝つための3つの戦略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143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1143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価格で勝つ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無料枠を多く（5件 vs 3件）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料金を完全公開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PeopleXの半額以下の月額設定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863840" cy="1143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23160"/>
            <a:ext cx="73152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202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ネットワークで勝つ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880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求職者1万人のユーザー基盤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「候補者プール付き」の営業武器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両面プラットフォームのネットワーク効果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7863840" cy="1143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749040"/>
            <a:ext cx="73152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専門性で勝つ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206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33分野の専門面接（PeopleXは汎用）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技術テスト+面接の複合評価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4軸の透明なスキルレポート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営業戦略 — PeopleXの顧客を奪う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PeopleX無料プラン利用企業を狙う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月3件では足りない企業に「月5件無料+候補者プール付き」を提案。乗り換えコストゼロ。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スタートアップ・中小企業を先取り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PeopleXはエンタープライズ重視。導きは月額5万円からの低価格で中小企業を先に獲得。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パートナー戦略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人材紹介会社と提携し、AI面接ツールを提供。パートナー経由で企業を獲得（PeopleXと同じ戦略）。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023360"/>
            <a:ext cx="54864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求職者ユーザーの所属企業に逆営業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1万人のユーザーが所属する企業のHR部門にアプローチ。「御社の社員が既に使っています」。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338C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338CA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18872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導きはPeopleXにない「両面プラットフォーム」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82880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求職者の無料利用がネットワーク効果を生む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246888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透明な料金と33分野の専門性で差別化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10896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今年度 売上1.22億円・利益1億円は達成可能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「AIで、すべての人に公平な面接を。」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michibiki.tech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導（みちびき）事業計画書</dc:title>
  <dc:subject>PptxGenJS Presentation</dc:subject>
  <dc:creator>Michibiki</dc:creator>
  <cp:lastModifiedBy>Michibiki</cp:lastModifiedBy>
  <cp:revision>1</cp:revision>
  <dcterms:created xsi:type="dcterms:W3CDTF">2026-03-21T09:33:30Z</dcterms:created>
  <dcterms:modified xsi:type="dcterms:W3CDTF">2026-03-21T09:33:30Z</dcterms:modified>
</cp:coreProperties>
</file>