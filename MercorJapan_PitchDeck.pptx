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4F46E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59436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メルコール・ジャパン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AI人材マッチングプラットフォーム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82880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AIが見つける、最適な仕事と人材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2026年3月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日本の人材市場が抱える構造的課題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人口減少・労働力不足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生産年齢人口は2030年までに700万人減少。慢性的な人手不足が深刻化。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-700万人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2030年までの労働力減少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IT人材の圧倒的不足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経産省の予測では、2030年にIT人材が最大79万人不足する見込み。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79万人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7804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 IT人材不足予測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00400"/>
            <a:ext cx="54864" cy="15544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従来型人材紹介の限界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属人的なマッチング、長い採用期間（平均45日）、高いミスマッチ率（30%超）。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ミスマッチ率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0040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高額な手数料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従来のエージェントは年収の30-35%を手数料として徴収。中小企業には大きな負担。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30-35%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3840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従来型手数料率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AIで人材マッチングを根本から変える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8288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AI精密マッチング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独自のMLモデルがスキル・経験・文化適合性を多角的に分析。マッチング精度97.3%を実現。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88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完全リモートワーク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日本全国・世界中どこからでも参加可能。場所に縛られない新しい働き方を実現。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5603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288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世界水準の報酬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グローバル企業と直接契約。日本の平均を大きく上回る報酬レンジを提供。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4617720"/>
            <a:ext cx="8046720" cy="45720"/>
          </a:xfrm>
          <a:prstGeom prst="rect">
            <a:avLst/>
          </a:prstGeom>
          <a:solidFill>
            <a:srgbClr val="4F46E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巨大な市場機会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6032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8288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¥9.2兆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日本の人材サービス市場全体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56032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54864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¥3.1兆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6616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IT・専門職人材紹介市場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56032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087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¥310億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AIリモート人材マッチング（初期ターゲット）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804672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市場成長ドライバー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DX推進による IT人材需要の急増（年率 12% 成長）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リモートワーク市場の拡大（2020年比 3.5倍）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フリーランス人口の増加（2030年に1,000万人超予測）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競合分析と差別化ポイント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12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37160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メルコール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ビズリーチ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リクルート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Wantedly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LAPRAS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AIマッチング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リモート特化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グローバル人材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手数料率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無料*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要相談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採用期間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平均5日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30-45日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14-30日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14-21日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AI面接・評価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931920"/>
            <a:ext cx="54864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メルコールの決定的な差別化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Mercor（米国本体）のグローバルネットワーク × 日本市場への深い理解 × 最先端AIマッチング技術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1031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企業側（採用企業）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成功報酬: 年収の 15-20%（業界平均の半額）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SaaS月額: ¥50,000〜/月（AIスクリーニング機能）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エンタープライズ: カスタム料金（大量採用向け）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54864" cy="2103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人材側（ワーカー）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登録・利用: 完全無料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マージン: 時給の 10%（業界最低水準）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追加サービス: キャリアコーチング等（有料オプション）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804672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成長予測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¥1.2億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¥5.8億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3464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¥60億+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4526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必要資金と使途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743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シードラウンド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¥3〜5億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プロダクト開発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624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AIモデル構築、プラットフォーム開発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チーム構築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035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エンジニア、事業開発、オペレーション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マーケティング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447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初期ユーザー獲得、ブランド構築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運転資金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858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オフィス、法務、その他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84048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63040"/>
            <a:ext cx="54864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シリーズA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¥15〜20億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468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スケール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624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営業体制構築、大企業開拓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技術強化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30358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AI精度向上、新機能開発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291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マーケティング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77840" y="34472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大規模マーケティング施策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海外展開準備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3858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アジア展開の基盤構築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96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タイムライン:  シード調達 → 6ヶ月で β版ローンチ → 12ヶ月で正式リリース → 18ヶ月でシリーズA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なぜ今、始めるべきなのか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リモートワークの定着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コロナ後、リモートワーク実施率は30%超で定着。企業の採用地理的制約が消滅した。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46304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916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AI技術の成熟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LLM革命により、人材評価・マッチングの精度が飛躍的に向上。実用段階に到達。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 IT人材79万人不足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7724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経産省の予測。従来型の採用手法では解決不可能な規模の人材ギャップ。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3200400"/>
            <a:ext cx="384048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290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政府のデジタル人材育成政策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3776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デジタル田園都市構想、リスキリング支援（5年で1兆円）。追い風が吹いている。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MILESTONES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成長ロードマップとKPI目標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β版ローンチ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登録人材: 500人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企業パートナー: 20社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マッチング成功率: 85%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41732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417320"/>
            <a:ext cx="54864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803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正式リリース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28600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登録人材: 3,000人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企業パートナー: 100社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月間マッチング: 200件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417320"/>
            <a:ext cx="54864" cy="2743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スケール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登録人材: 15,000人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企業パートナー: 500社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ARR: ¥5.8億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141732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41732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市場リーダー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28600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登録人材: 50,000人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企業パートナー: 2,000社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ARR: ¥18億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38912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80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現在の状況: プロダクト設計完了 / AIモデルプロトタイプ開発中 / 初期パートナー企業 5社と LOI 締結済み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経営チーム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743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1645920"/>
            <a:ext cx="731520" cy="73152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代表取締役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テック企業経営10年+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Tech領域の深い知見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東大/スタンフォードMBA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46304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97480" y="1463040"/>
            <a:ext cx="54864" cy="2743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64592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8036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036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最高技術責任者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Google/Meta出身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ML/AI領域15年+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論文採択多数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46304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46304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最高執行責任者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リクルート出身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人材業界15年+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大企業営業ネットワーク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1463040"/>
            <a:ext cx="192024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46304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1645920"/>
            <a:ext cx="731520" cy="731520"/>
          </a:xfrm>
          <a:prstGeom prst="ellipse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7804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最高プロダクト責任者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31089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メルカリ/LINE出身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プロダクト設計10年+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UXデザイン専門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507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Mercor本社（サンフランシスコ）からの技術支援・グローバルネットワーク連携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バリュエーション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シード段階評価額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¥10〜20億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プレマネー評価額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840480" cy="146304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類似企業比較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Mercor（米国）: $2B（約3,000億円）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ビズリーチ（上場時）: 約1,500億円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LAPRAS: 約50億円（シリーズB）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804672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目標評価額の推移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¥10-20億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¥50-80億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3464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シリーズA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¥100-300億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シリーズB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¥500億+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 / Exit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2029-2030年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4F46E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メルコール・ジャパン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AIが見つける、最適な仕事と人材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0" y="2103120"/>
            <a:ext cx="182880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377440"/>
            <a:ext cx="640080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514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資金調達のお願い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926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シードラウンド: ¥3〜5億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日本の人材市場 ¥9.2兆の巨大市場機会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Mercor本社のグローバル技術基盤を活用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2030年のIT人材79万人不足を解決する唯一のAIソリューション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お問い合わせ: contact@mercor.jp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メルコール・ジャパン ピッチデッキ</dc:title>
  <dc:subject>PptxGenJS Presentation</dc:subject>
  <dc:creator>Mercor Japan</dc:creator>
  <cp:lastModifiedBy>Mercor Japan</cp:lastModifiedBy>
  <cp:revision>1</cp:revision>
  <dcterms:created xsi:type="dcterms:W3CDTF">2026-03-16T18:12:19Z</dcterms:created>
  <dcterms:modified xsi:type="dcterms:W3CDTF">2026-03-16T18:12:19Z</dcterms:modified>
</cp:coreProperties>
</file>